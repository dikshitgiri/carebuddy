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1" r:id="rId14"/>
    <p:sldId id="267" r:id="rId15"/>
    <p:sldId id="270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3333" autoAdjust="0"/>
  </p:normalViewPr>
  <p:slideViewPr>
    <p:cSldViewPr snapToGrid="0" snapToObjects="1">
      <p:cViewPr varScale="1">
        <p:scale>
          <a:sx n="77" d="100"/>
          <a:sy n="77" d="100"/>
        </p:scale>
        <p:origin x="8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gal rana" userId="f530cd45593e1c2c" providerId="LiveId" clId="{9E51C55E-0A0B-42C8-9A7E-E6A890924C7E}"/>
    <pc:docChg chg="undo redo custSel addSld delSld modSld">
      <pc:chgData name="yugal rana" userId="f530cd45593e1c2c" providerId="LiveId" clId="{9E51C55E-0A0B-42C8-9A7E-E6A890924C7E}" dt="2026-05-15T00:26:36.944" v="1093" actId="20577"/>
      <pc:docMkLst>
        <pc:docMk/>
      </pc:docMkLst>
      <pc:sldChg chg="addSp delSp modSp mod">
        <pc:chgData name="yugal rana" userId="f530cd45593e1c2c" providerId="LiveId" clId="{9E51C55E-0A0B-42C8-9A7E-E6A890924C7E}" dt="2026-05-08T00:34:43.377" v="62" actId="20577"/>
        <pc:sldMkLst>
          <pc:docMk/>
          <pc:sldMk cId="0" sldId="256"/>
        </pc:sldMkLst>
        <pc:spChg chg="mod">
          <ac:chgData name="yugal rana" userId="f530cd45593e1c2c" providerId="LiveId" clId="{9E51C55E-0A0B-42C8-9A7E-E6A890924C7E}" dt="2026-05-07T22:58:45.493" v="29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ugal rana" userId="f530cd45593e1c2c" providerId="LiveId" clId="{9E51C55E-0A0B-42C8-9A7E-E6A890924C7E}" dt="2026-05-07T22:58:48.698" v="3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yugal rana" userId="f530cd45593e1c2c" providerId="LiveId" clId="{9E51C55E-0A0B-42C8-9A7E-E6A890924C7E}" dt="2026-05-07T14:00:57.189" v="17" actId="313"/>
          <ac:spMkLst>
            <pc:docMk/>
            <pc:sldMk cId="0" sldId="256"/>
            <ac:spMk id="7" creationId="{00000000-0000-0000-0000-000000000000}"/>
          </ac:spMkLst>
        </pc:spChg>
        <pc:spChg chg="mod">
          <ac:chgData name="yugal rana" userId="f530cd45593e1c2c" providerId="LiveId" clId="{9E51C55E-0A0B-42C8-9A7E-E6A890924C7E}" dt="2026-05-07T14:04:40.769" v="2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yugal rana" userId="f530cd45593e1c2c" providerId="LiveId" clId="{9E51C55E-0A0B-42C8-9A7E-E6A890924C7E}" dt="2026-05-08T00:34:43.377" v="62" actId="20577"/>
          <ac:spMkLst>
            <pc:docMk/>
            <pc:sldMk cId="0" sldId="256"/>
            <ac:spMk id="12" creationId="{00000000-0000-0000-0000-000000000000}"/>
          </ac:spMkLst>
        </pc:spChg>
        <pc:picChg chg="add mod">
          <ac:chgData name="yugal rana" userId="f530cd45593e1c2c" providerId="LiveId" clId="{9E51C55E-0A0B-42C8-9A7E-E6A890924C7E}" dt="2026-05-07T22:58:36.696" v="28" actId="1076"/>
          <ac:picMkLst>
            <pc:docMk/>
            <pc:sldMk cId="0" sldId="256"/>
            <ac:picMk id="14" creationId="{734161EF-9C64-27D7-CFB7-5B622BF66E30}"/>
          </ac:picMkLst>
        </pc:picChg>
      </pc:sldChg>
      <pc:sldChg chg="addSp delSp modSp mod">
        <pc:chgData name="yugal rana" userId="f530cd45593e1c2c" providerId="LiveId" clId="{9E51C55E-0A0B-42C8-9A7E-E6A890924C7E}" dt="2026-05-15T00:26:36.944" v="1093" actId="20577"/>
        <pc:sldMkLst>
          <pc:docMk/>
          <pc:sldMk cId="0" sldId="257"/>
        </pc:sldMkLst>
        <pc:spChg chg="mod">
          <ac:chgData name="yugal rana" userId="f530cd45593e1c2c" providerId="LiveId" clId="{9E51C55E-0A0B-42C8-9A7E-E6A890924C7E}" dt="2026-05-13T10:13:50.171" v="971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yugal rana" userId="f530cd45593e1c2c" providerId="LiveId" clId="{9E51C55E-0A0B-42C8-9A7E-E6A890924C7E}" dt="2026-05-13T10:13:44.984" v="969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0:47.903" v="342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0:51.111" v="34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1:16.642" v="348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1:05.574" v="345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1:21.674" v="34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42.343" v="434" actId="103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44.580" v="437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yugal rana" userId="f530cd45593e1c2c" providerId="LiveId" clId="{9E51C55E-0A0B-42C8-9A7E-E6A890924C7E}" dt="2026-05-08T02:15:56.493" v="408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51.160" v="444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56.292" v="454" actId="103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2:15.273" v="458" actId="1410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2:08.387" v="457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01.968" v="421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25.610" v="426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1:37.271" v="431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16.239" v="477" actId="1410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23.749" v="481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28.035" v="482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31.361" v="488" actId="103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39.238" v="498" actId="103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8:19.922" v="508" actId="1410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8:15.653" v="507" actId="1410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7:55.710" v="501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8:05.915" v="505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8:09.562" v="506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yugal rana" userId="f530cd45593e1c2c" providerId="LiveId" clId="{9E51C55E-0A0B-42C8-9A7E-E6A890924C7E}" dt="2026-05-13T10:15:52.225" v="1004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yugal rana" userId="f530cd45593e1c2c" providerId="LiveId" clId="{9E51C55E-0A0B-42C8-9A7E-E6A890924C7E}" dt="2026-05-13T10:13:41.315" v="967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9:20.731" v="587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9:33.299" v="607" actId="1035"/>
          <ac:spMkLst>
            <pc:docMk/>
            <pc:sldMk cId="0" sldId="257"/>
            <ac:spMk id="37" creationId="{00000000-0000-0000-0000-000000000000}"/>
          </ac:spMkLst>
        </pc:spChg>
        <pc:spChg chg="mod">
          <ac:chgData name="yugal rana" userId="f530cd45593e1c2c" providerId="LiveId" clId="{9E51C55E-0A0B-42C8-9A7E-E6A890924C7E}" dt="2026-05-08T02:29:38.243" v="621" actId="103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yugal rana" userId="f530cd45593e1c2c" providerId="LiveId" clId="{9E51C55E-0A0B-42C8-9A7E-E6A890924C7E}" dt="2026-05-08T02:30:19.564" v="665" actId="14100"/>
          <ac:spMkLst>
            <pc:docMk/>
            <pc:sldMk cId="0" sldId="257"/>
            <ac:spMk id="39" creationId="{00000000-0000-0000-0000-000000000000}"/>
          </ac:spMkLst>
        </pc:spChg>
        <pc:spChg chg="mod">
          <ac:chgData name="yugal rana" userId="f530cd45593e1c2c" providerId="LiveId" clId="{9E51C55E-0A0B-42C8-9A7E-E6A890924C7E}" dt="2026-05-08T02:30:06.858" v="659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yugal rana" userId="f530cd45593e1c2c" providerId="LiveId" clId="{9E51C55E-0A0B-42C8-9A7E-E6A890924C7E}" dt="2026-05-08T02:30:28.400" v="666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yugal rana" userId="f530cd45593e1c2c" providerId="LiveId" clId="{9E51C55E-0A0B-42C8-9A7E-E6A890924C7E}" dt="2026-05-08T02:30:33.760" v="667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yugal rana" userId="f530cd45593e1c2c" providerId="LiveId" clId="{9E51C55E-0A0B-42C8-9A7E-E6A890924C7E}" dt="2026-05-08T02:30:36.907" v="668" actId="1076"/>
          <ac:spMkLst>
            <pc:docMk/>
            <pc:sldMk cId="0" sldId="257"/>
            <ac:spMk id="43" creationId="{00000000-0000-0000-0000-000000000000}"/>
          </ac:spMkLst>
        </pc:spChg>
        <pc:spChg chg="add mod">
          <ac:chgData name="yugal rana" userId="f530cd45593e1c2c" providerId="LiveId" clId="{9E51C55E-0A0B-42C8-9A7E-E6A890924C7E}" dt="2026-05-13T10:15:52.775" v="1005" actId="20577"/>
          <ac:spMkLst>
            <pc:docMk/>
            <pc:sldMk cId="0" sldId="257"/>
            <ac:spMk id="44" creationId="{BB31C0B4-65DF-F276-A696-7F627FBBE868}"/>
          </ac:spMkLst>
        </pc:spChg>
        <pc:spChg chg="add mod">
          <ac:chgData name="yugal rana" userId="f530cd45593e1c2c" providerId="LiveId" clId="{9E51C55E-0A0B-42C8-9A7E-E6A890924C7E}" dt="2026-05-13T10:14:54.124" v="990" actId="122"/>
          <ac:spMkLst>
            <pc:docMk/>
            <pc:sldMk cId="0" sldId="257"/>
            <ac:spMk id="45" creationId="{66AFBF79-B886-BFC3-7317-DA108BA6F5C4}"/>
          </ac:spMkLst>
        </pc:spChg>
        <pc:spChg chg="add mod">
          <ac:chgData name="yugal rana" userId="f530cd45593e1c2c" providerId="LiveId" clId="{9E51C55E-0A0B-42C8-9A7E-E6A890924C7E}" dt="2026-05-13T10:12:56.690" v="956" actId="1076"/>
          <ac:spMkLst>
            <pc:docMk/>
            <pc:sldMk cId="0" sldId="257"/>
            <ac:spMk id="47" creationId="{A3571087-A4C8-2857-98A8-C40CFA3D4F94}"/>
          </ac:spMkLst>
        </pc:spChg>
        <pc:spChg chg="add mod">
          <ac:chgData name="yugal rana" userId="f530cd45593e1c2c" providerId="LiveId" clId="{9E51C55E-0A0B-42C8-9A7E-E6A890924C7E}" dt="2026-05-13T10:15:11.572" v="997" actId="20577"/>
          <ac:spMkLst>
            <pc:docMk/>
            <pc:sldMk cId="0" sldId="257"/>
            <ac:spMk id="48" creationId="{B27E1464-41F6-0FDC-ECFD-AB254A69C10F}"/>
          </ac:spMkLst>
        </pc:spChg>
        <pc:spChg chg="add mod">
          <ac:chgData name="yugal rana" userId="f530cd45593e1c2c" providerId="LiveId" clId="{9E51C55E-0A0B-42C8-9A7E-E6A890924C7E}" dt="2026-05-15T00:26:19.391" v="1047" actId="1076"/>
          <ac:spMkLst>
            <pc:docMk/>
            <pc:sldMk cId="0" sldId="257"/>
            <ac:spMk id="50" creationId="{3C818D66-912A-FBA8-7E6A-9B530430BE77}"/>
          </ac:spMkLst>
        </pc:spChg>
        <pc:spChg chg="add mod">
          <ac:chgData name="yugal rana" userId="f530cd45593e1c2c" providerId="LiveId" clId="{9E51C55E-0A0B-42C8-9A7E-E6A890924C7E}" dt="2026-05-15T00:26:36.944" v="1093" actId="20577"/>
          <ac:spMkLst>
            <pc:docMk/>
            <pc:sldMk cId="0" sldId="257"/>
            <ac:spMk id="52" creationId="{F46233F1-73E2-0F18-DE11-53B4DDBBABB9}"/>
          </ac:spMkLst>
        </pc:spChg>
      </pc:sldChg>
      <pc:sldChg chg="modSp mod">
        <pc:chgData name="yugal rana" userId="f530cd45593e1c2c" providerId="LiveId" clId="{9E51C55E-0A0B-42C8-9A7E-E6A890924C7E}" dt="2026-05-07T14:01:40.415" v="22" actId="1076"/>
        <pc:sldMkLst>
          <pc:docMk/>
          <pc:sldMk cId="0" sldId="266"/>
        </pc:sldMkLst>
        <pc:spChg chg="mod">
          <ac:chgData name="yugal rana" userId="f530cd45593e1c2c" providerId="LiveId" clId="{9E51C55E-0A0B-42C8-9A7E-E6A890924C7E}" dt="2026-05-07T14:01:40.415" v="2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yugal rana" userId="f530cd45593e1c2c" providerId="LiveId" clId="{9E51C55E-0A0B-42C8-9A7E-E6A890924C7E}" dt="2026-05-07T14:01:31.431" v="18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yugal rana" userId="f530cd45593e1c2c" providerId="LiveId" clId="{9E51C55E-0A0B-42C8-9A7E-E6A890924C7E}" dt="2026-05-07T14:01:36.491" v="21" actId="1076"/>
          <ac:spMkLst>
            <pc:docMk/>
            <pc:sldMk cId="0" sldId="266"/>
            <ac:spMk id="12" creationId="{00000000-0000-0000-0000-000000000000}"/>
          </ac:spMkLst>
        </pc:spChg>
      </pc:sldChg>
      <pc:sldChg chg="new del">
        <pc:chgData name="yugal rana" userId="f530cd45593e1c2c" providerId="LiveId" clId="{9E51C55E-0A0B-42C8-9A7E-E6A890924C7E}" dt="2026-05-08T01:37:28.680" v="64" actId="47"/>
        <pc:sldMkLst>
          <pc:docMk/>
          <pc:sldMk cId="3210103991" sldId="267"/>
        </pc:sldMkLst>
      </pc:sldChg>
      <pc:sldChg chg="addSp delSp modSp add mod setBg">
        <pc:chgData name="yugal rana" userId="f530cd45593e1c2c" providerId="LiveId" clId="{9E51C55E-0A0B-42C8-9A7E-E6A890924C7E}" dt="2026-05-08T01:45:15.955" v="277" actId="20577"/>
        <pc:sldMkLst>
          <pc:docMk/>
          <pc:sldMk cId="3513282428" sldId="267"/>
        </pc:sldMkLst>
        <pc:spChg chg="mod">
          <ac:chgData name="yugal rana" userId="f530cd45593e1c2c" providerId="LiveId" clId="{9E51C55E-0A0B-42C8-9A7E-E6A890924C7E}" dt="2026-05-08T01:37:56.865" v="110" actId="20577"/>
          <ac:spMkLst>
            <pc:docMk/>
            <pc:sldMk cId="3513282428" sldId="267"/>
            <ac:spMk id="3" creationId="{C38B5A7F-7C60-427D-082D-43F8A02B54DE}"/>
          </ac:spMkLst>
        </pc:spChg>
        <pc:spChg chg="mod">
          <ac:chgData name="yugal rana" userId="f530cd45593e1c2c" providerId="LiveId" clId="{9E51C55E-0A0B-42C8-9A7E-E6A890924C7E}" dt="2026-05-08T01:38:25.046" v="116" actId="6549"/>
          <ac:spMkLst>
            <pc:docMk/>
            <pc:sldMk cId="3513282428" sldId="267"/>
            <ac:spMk id="5" creationId="{E4200543-059A-2404-9959-A41CEE9566C2}"/>
          </ac:spMkLst>
        </pc:spChg>
        <pc:spChg chg="mod">
          <ac:chgData name="yugal rana" userId="f530cd45593e1c2c" providerId="LiveId" clId="{9E51C55E-0A0B-42C8-9A7E-E6A890924C7E}" dt="2026-05-08T01:38:42.306" v="122" actId="6549"/>
          <ac:spMkLst>
            <pc:docMk/>
            <pc:sldMk cId="3513282428" sldId="267"/>
            <ac:spMk id="17" creationId="{D46F6CDB-4A7F-111A-74F0-9D1D440C6CD8}"/>
          </ac:spMkLst>
        </pc:spChg>
        <pc:spChg chg="add mod">
          <ac:chgData name="yugal rana" userId="f530cd45593e1c2c" providerId="LiveId" clId="{9E51C55E-0A0B-42C8-9A7E-E6A890924C7E}" dt="2026-05-08T01:44:36.506" v="242" actId="20577"/>
          <ac:spMkLst>
            <pc:docMk/>
            <pc:sldMk cId="3513282428" sldId="267"/>
            <ac:spMk id="32" creationId="{4168135A-D13B-83C6-2110-BF63B4BE4BBC}"/>
          </ac:spMkLst>
        </pc:spChg>
        <pc:spChg chg="add mod">
          <ac:chgData name="yugal rana" userId="f530cd45593e1c2c" providerId="LiveId" clId="{9E51C55E-0A0B-42C8-9A7E-E6A890924C7E}" dt="2026-05-08T01:44:40.305" v="243" actId="313"/>
          <ac:spMkLst>
            <pc:docMk/>
            <pc:sldMk cId="3513282428" sldId="267"/>
            <ac:spMk id="33" creationId="{D5D30D08-4DB7-2F02-5BBF-FA344089A489}"/>
          </ac:spMkLst>
        </pc:spChg>
        <pc:spChg chg="add mod">
          <ac:chgData name="yugal rana" userId="f530cd45593e1c2c" providerId="LiveId" clId="{9E51C55E-0A0B-42C8-9A7E-E6A890924C7E}" dt="2026-05-08T01:45:02.402" v="264" actId="20577"/>
          <ac:spMkLst>
            <pc:docMk/>
            <pc:sldMk cId="3513282428" sldId="267"/>
            <ac:spMk id="34" creationId="{BC79B9CA-1BBD-7AB4-A4CA-5674536C7212}"/>
          </ac:spMkLst>
        </pc:spChg>
        <pc:spChg chg="add mod">
          <ac:chgData name="yugal rana" userId="f530cd45593e1c2c" providerId="LiveId" clId="{9E51C55E-0A0B-42C8-9A7E-E6A890924C7E}" dt="2026-05-08T01:45:15.955" v="277" actId="20577"/>
          <ac:spMkLst>
            <pc:docMk/>
            <pc:sldMk cId="3513282428" sldId="267"/>
            <ac:spMk id="35" creationId="{C83BA9EF-036F-0D8C-1136-FBEEB1EC7C26}"/>
          </ac:spMkLst>
        </pc:spChg>
        <pc:picChg chg="add mod">
          <ac:chgData name="yugal rana" userId="f530cd45593e1c2c" providerId="LiveId" clId="{9E51C55E-0A0B-42C8-9A7E-E6A890924C7E}" dt="2026-05-08T01:39:42.480" v="133" actId="1076"/>
          <ac:picMkLst>
            <pc:docMk/>
            <pc:sldMk cId="3513282428" sldId="267"/>
            <ac:picMk id="28" creationId="{52E9823F-EEF4-C4FF-2A87-808E9EE0CA13}"/>
          </ac:picMkLst>
        </pc:picChg>
        <pc:picChg chg="add mod">
          <ac:chgData name="yugal rana" userId="f530cd45593e1c2c" providerId="LiveId" clId="{9E51C55E-0A0B-42C8-9A7E-E6A890924C7E}" dt="2026-05-08T01:42:57.278" v="160" actId="1076"/>
          <ac:picMkLst>
            <pc:docMk/>
            <pc:sldMk cId="3513282428" sldId="267"/>
            <ac:picMk id="29" creationId="{526DB407-C976-D2AB-298E-0206CCCE9657}"/>
          </ac:picMkLst>
        </pc:picChg>
        <pc:picChg chg="add mod">
          <ac:chgData name="yugal rana" userId="f530cd45593e1c2c" providerId="LiveId" clId="{9E51C55E-0A0B-42C8-9A7E-E6A890924C7E}" dt="2026-05-08T01:42:54.986" v="159" actId="1076"/>
          <ac:picMkLst>
            <pc:docMk/>
            <pc:sldMk cId="3513282428" sldId="267"/>
            <ac:picMk id="30" creationId="{0763503F-102B-E5FE-7547-663BF0919823}"/>
          </ac:picMkLst>
        </pc:picChg>
        <pc:picChg chg="add mod">
          <ac:chgData name="yugal rana" userId="f530cd45593e1c2c" providerId="LiveId" clId="{9E51C55E-0A0B-42C8-9A7E-E6A890924C7E}" dt="2026-05-08T01:42:53.346" v="158" actId="14100"/>
          <ac:picMkLst>
            <pc:docMk/>
            <pc:sldMk cId="3513282428" sldId="267"/>
            <ac:picMk id="31" creationId="{76408004-5F58-51F9-32B6-DA1309CF01C7}"/>
          </ac:picMkLst>
        </pc:picChg>
      </pc:sldChg>
      <pc:sldChg chg="addSp delSp modSp add mod setBg">
        <pc:chgData name="yugal rana" userId="f530cd45593e1c2c" providerId="LiveId" clId="{9E51C55E-0A0B-42C8-9A7E-E6A890924C7E}" dt="2026-05-12T13:20:14.204" v="789" actId="14100"/>
        <pc:sldMkLst>
          <pc:docMk/>
          <pc:sldMk cId="134198963" sldId="268"/>
        </pc:sldMkLst>
        <pc:spChg chg="mod">
          <ac:chgData name="yugal rana" userId="f530cd45593e1c2c" providerId="LiveId" clId="{9E51C55E-0A0B-42C8-9A7E-E6A890924C7E}" dt="2026-05-08T02:15:07.423" v="394" actId="14100"/>
          <ac:spMkLst>
            <pc:docMk/>
            <pc:sldMk cId="134198963" sldId="268"/>
            <ac:spMk id="2" creationId="{5241ED32-6A99-5616-4A47-BF57107EA849}"/>
          </ac:spMkLst>
        </pc:spChg>
        <pc:spChg chg="mod">
          <ac:chgData name="yugal rana" userId="f530cd45593e1c2c" providerId="LiveId" clId="{9E51C55E-0A0B-42C8-9A7E-E6A890924C7E}" dt="2026-05-08T02:15:03.112" v="392" actId="14100"/>
          <ac:spMkLst>
            <pc:docMk/>
            <pc:sldMk cId="134198963" sldId="268"/>
            <ac:spMk id="3" creationId="{57DA7014-187B-0FEB-5AFD-5E5409EFE4E7}"/>
          </ac:spMkLst>
        </pc:spChg>
        <pc:picChg chg="add mod">
          <ac:chgData name="yugal rana" userId="f530cd45593e1c2c" providerId="LiveId" clId="{9E51C55E-0A0B-42C8-9A7E-E6A890924C7E}" dt="2026-05-12T13:17:33.811" v="768" actId="14100"/>
          <ac:picMkLst>
            <pc:docMk/>
            <pc:sldMk cId="134198963" sldId="268"/>
            <ac:picMk id="5" creationId="{83AF3069-09D9-9C3D-4831-7BEE877B210C}"/>
          </ac:picMkLst>
        </pc:picChg>
        <pc:picChg chg="add mod">
          <ac:chgData name="yugal rana" userId="f530cd45593e1c2c" providerId="LiveId" clId="{9E51C55E-0A0B-42C8-9A7E-E6A890924C7E}" dt="2026-05-12T13:20:11.756" v="788" actId="1035"/>
          <ac:picMkLst>
            <pc:docMk/>
            <pc:sldMk cId="134198963" sldId="268"/>
            <ac:picMk id="7" creationId="{2895D260-2651-3DD8-67A3-559110D41F4D}"/>
          </ac:picMkLst>
        </pc:picChg>
        <pc:picChg chg="add mod">
          <ac:chgData name="yugal rana" userId="f530cd45593e1c2c" providerId="LiveId" clId="{9E51C55E-0A0B-42C8-9A7E-E6A890924C7E}" dt="2026-05-12T13:19:11.602" v="775" actId="14100"/>
          <ac:picMkLst>
            <pc:docMk/>
            <pc:sldMk cId="134198963" sldId="268"/>
            <ac:picMk id="9" creationId="{CA8AE430-C639-3E45-B043-E6E1B42B956D}"/>
          </ac:picMkLst>
        </pc:picChg>
        <pc:picChg chg="add mod">
          <ac:chgData name="yugal rana" userId="f530cd45593e1c2c" providerId="LiveId" clId="{9E51C55E-0A0B-42C8-9A7E-E6A890924C7E}" dt="2026-05-12T13:20:14.204" v="789" actId="14100"/>
          <ac:picMkLst>
            <pc:docMk/>
            <pc:sldMk cId="134198963" sldId="268"/>
            <ac:picMk id="11" creationId="{E4D6AA77-7E55-F99C-88B4-BD370247AF31}"/>
          </ac:picMkLst>
        </pc:picChg>
        <pc:picChg chg="add mod">
          <ac:chgData name="yugal rana" userId="f530cd45593e1c2c" providerId="LiveId" clId="{9E51C55E-0A0B-42C8-9A7E-E6A890924C7E}" dt="2026-05-08T02:40:10.123" v="700" actId="14100"/>
          <ac:picMkLst>
            <pc:docMk/>
            <pc:sldMk cId="134198963" sldId="268"/>
            <ac:picMk id="29" creationId="{77FA5423-881C-82A5-9338-586074AA44BB}"/>
          </ac:picMkLst>
        </pc:picChg>
      </pc:sldChg>
      <pc:sldChg chg="new del">
        <pc:chgData name="yugal rana" userId="f530cd45593e1c2c" providerId="LiveId" clId="{9E51C55E-0A0B-42C8-9A7E-E6A890924C7E}" dt="2026-05-08T02:05:07.058" v="279" actId="680"/>
        <pc:sldMkLst>
          <pc:docMk/>
          <pc:sldMk cId="2180326710" sldId="268"/>
        </pc:sldMkLst>
      </pc:sldChg>
      <pc:sldChg chg="add del setBg">
        <pc:chgData name="yugal rana" userId="f530cd45593e1c2c" providerId="LiveId" clId="{9E51C55E-0A0B-42C8-9A7E-E6A890924C7E}" dt="2026-05-08T01:38:53.796" v="126"/>
        <pc:sldMkLst>
          <pc:docMk/>
          <pc:sldMk cId="2796159609" sldId="268"/>
        </pc:sldMkLst>
      </pc:sldChg>
      <pc:sldChg chg="add del setBg">
        <pc:chgData name="yugal rana" userId="f530cd45593e1c2c" providerId="LiveId" clId="{9E51C55E-0A0B-42C8-9A7E-E6A890924C7E}" dt="2026-05-08T02:05:52.555" v="304"/>
        <pc:sldMkLst>
          <pc:docMk/>
          <pc:sldMk cId="1910594842" sldId="269"/>
        </pc:sldMkLst>
      </pc:sldChg>
      <pc:sldChg chg="addSp delSp modSp add mod">
        <pc:chgData name="yugal rana" userId="f530cd45593e1c2c" providerId="LiveId" clId="{9E51C55E-0A0B-42C8-9A7E-E6A890924C7E}" dt="2026-05-08T02:41:17.008" v="752" actId="207"/>
        <pc:sldMkLst>
          <pc:docMk/>
          <pc:sldMk cId="1940152551" sldId="269"/>
        </pc:sldMkLst>
        <pc:spChg chg="mod">
          <ac:chgData name="yugal rana" userId="f530cd45593e1c2c" providerId="LiveId" clId="{9E51C55E-0A0B-42C8-9A7E-E6A890924C7E}" dt="2026-05-08T02:41:17.008" v="752" actId="207"/>
          <ac:spMkLst>
            <pc:docMk/>
            <pc:sldMk cId="1940152551" sldId="269"/>
            <ac:spMk id="2" creationId="{21663966-3B35-1F29-5309-06462C371BAA}"/>
          </ac:spMkLst>
        </pc:spChg>
        <pc:spChg chg="mod">
          <ac:chgData name="yugal rana" userId="f530cd45593e1c2c" providerId="LiveId" clId="{9E51C55E-0A0B-42C8-9A7E-E6A890924C7E}" dt="2026-05-08T02:35:44.201" v="690" actId="20577"/>
          <ac:spMkLst>
            <pc:docMk/>
            <pc:sldMk cId="1940152551" sldId="269"/>
            <ac:spMk id="3" creationId="{06E6B411-0427-DEA3-592A-BA76F5C8BB16}"/>
          </ac:spMkLst>
        </pc:spChg>
        <pc:picChg chg="add mod">
          <ac:chgData name="yugal rana" userId="f530cd45593e1c2c" providerId="LiveId" clId="{9E51C55E-0A0B-42C8-9A7E-E6A890924C7E}" dt="2026-05-08T02:40:40.962" v="704" actId="14100"/>
          <ac:picMkLst>
            <pc:docMk/>
            <pc:sldMk cId="1940152551" sldId="269"/>
            <ac:picMk id="7" creationId="{9B3DBDAE-385D-F5B3-5E8B-900855F577E0}"/>
          </ac:picMkLst>
        </pc:picChg>
      </pc:sldChg>
      <pc:sldChg chg="add del setBg">
        <pc:chgData name="yugal rana" userId="f530cd45593e1c2c" providerId="LiveId" clId="{9E51C55E-0A0B-42C8-9A7E-E6A890924C7E}" dt="2026-05-08T02:06:07.286" v="306"/>
        <pc:sldMkLst>
          <pc:docMk/>
          <pc:sldMk cId="2494742336" sldId="269"/>
        </pc:sldMkLst>
      </pc:sldChg>
      <pc:sldChg chg="add del">
        <pc:chgData name="yugal rana" userId="f530cd45593e1c2c" providerId="LiveId" clId="{9E51C55E-0A0B-42C8-9A7E-E6A890924C7E}" dt="2026-05-08T02:34:14.092" v="682"/>
        <pc:sldMkLst>
          <pc:docMk/>
          <pc:sldMk cId="731254469" sldId="270"/>
        </pc:sldMkLst>
      </pc:sldChg>
      <pc:sldChg chg="addSp delSp modSp add mod">
        <pc:chgData name="yugal rana" userId="f530cd45593e1c2c" providerId="LiveId" clId="{9E51C55E-0A0B-42C8-9A7E-E6A890924C7E}" dt="2026-05-12T13:36:05.729" v="901" actId="14100"/>
        <pc:sldMkLst>
          <pc:docMk/>
          <pc:sldMk cId="3430213191" sldId="270"/>
        </pc:sldMkLst>
        <pc:spChg chg="add mod">
          <ac:chgData name="yugal rana" userId="f530cd45593e1c2c" providerId="LiveId" clId="{9E51C55E-0A0B-42C8-9A7E-E6A890924C7E}" dt="2026-05-12T13:35:55.359" v="898" actId="1076"/>
          <ac:spMkLst>
            <pc:docMk/>
            <pc:sldMk cId="3430213191" sldId="270"/>
            <ac:spMk id="9" creationId="{CFEE3239-9D95-70E7-F25B-B5E9AD6DE1EE}"/>
          </ac:spMkLst>
        </pc:spChg>
        <pc:spChg chg="add mod">
          <ac:chgData name="yugal rana" userId="f530cd45593e1c2c" providerId="LiveId" clId="{9E51C55E-0A0B-42C8-9A7E-E6A890924C7E}" dt="2026-05-12T13:35:59.712" v="899" actId="1076"/>
          <ac:spMkLst>
            <pc:docMk/>
            <pc:sldMk cId="3430213191" sldId="270"/>
            <ac:spMk id="10" creationId="{6D9141F7-7235-097F-92B4-60EDEE5C350A}"/>
          </ac:spMkLst>
        </pc:spChg>
        <pc:picChg chg="add mod">
          <ac:chgData name="yugal rana" userId="f530cd45593e1c2c" providerId="LiveId" clId="{9E51C55E-0A0B-42C8-9A7E-E6A890924C7E}" dt="2026-05-12T13:35:47.222" v="896" actId="14100"/>
          <ac:picMkLst>
            <pc:docMk/>
            <pc:sldMk cId="3430213191" sldId="270"/>
            <ac:picMk id="6" creationId="{42E1629C-9960-EB13-BCAE-9176879EC4B1}"/>
          </ac:picMkLst>
        </pc:picChg>
        <pc:picChg chg="add mod">
          <ac:chgData name="yugal rana" userId="f530cd45593e1c2c" providerId="LiveId" clId="{9E51C55E-0A0B-42C8-9A7E-E6A890924C7E}" dt="2026-05-12T13:36:05.729" v="901" actId="14100"/>
          <ac:picMkLst>
            <pc:docMk/>
            <pc:sldMk cId="3430213191" sldId="270"/>
            <ac:picMk id="8" creationId="{BE1ADE60-F2A4-CB38-D935-3CAFC8330679}"/>
          </ac:picMkLst>
        </pc:picChg>
      </pc:sldChg>
      <pc:sldChg chg="addSp delSp modSp add mod">
        <pc:chgData name="yugal rana" userId="f530cd45593e1c2c" providerId="LiveId" clId="{9E51C55E-0A0B-42C8-9A7E-E6A890924C7E}" dt="2026-05-13T10:12:01.411" v="941" actId="20577"/>
        <pc:sldMkLst>
          <pc:docMk/>
          <pc:sldMk cId="295645281" sldId="271"/>
        </pc:sldMkLst>
        <pc:spChg chg="mod">
          <ac:chgData name="yugal rana" userId="f530cd45593e1c2c" providerId="LiveId" clId="{9E51C55E-0A0B-42C8-9A7E-E6A890924C7E}" dt="2026-05-13T10:12:01.411" v="941" actId="20577"/>
          <ac:spMkLst>
            <pc:docMk/>
            <pc:sldMk cId="295645281" sldId="271"/>
            <ac:spMk id="2" creationId="{CFBCC36B-E09C-8BB7-8B49-516CD8D40524}"/>
          </ac:spMkLst>
        </pc:spChg>
        <pc:picChg chg="add mod">
          <ac:chgData name="yugal rana" userId="f530cd45593e1c2c" providerId="LiveId" clId="{9E51C55E-0A0B-42C8-9A7E-E6A890924C7E}" dt="2026-05-13T10:11:28.353" v="909" actId="1076"/>
          <ac:picMkLst>
            <pc:docMk/>
            <pc:sldMk cId="295645281" sldId="271"/>
            <ac:picMk id="5" creationId="{53082364-C022-BD96-439D-AC8006E7A3BC}"/>
          </ac:picMkLst>
        </pc:picChg>
      </pc:sldChg>
      <pc:sldChg chg="add del">
        <pc:chgData name="yugal rana" userId="f530cd45593e1c2c" providerId="LiveId" clId="{9E51C55E-0A0B-42C8-9A7E-E6A890924C7E}" dt="2026-05-13T10:10:56.149" v="903" actId="47"/>
        <pc:sldMkLst>
          <pc:docMk/>
          <pc:sldMk cId="2338647186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41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6C64-D3D2-33FD-BE07-D92B583F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64B83-AB1F-AF6F-A1BA-8F4A73F14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BD7D8-8912-424D-DE63-B107B7D00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81B93-BF24-4B88-3256-67A391569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00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9182-8D8C-D298-CD64-B67DE6E8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9A251-457F-D3EA-6E14-E8D26B67D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4EAEC-8BE5-C609-D399-4C4200B0E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7973E-3D32-BBED-FAA7-5FCC53E9A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75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74B4-628A-B357-DC67-3E6A7472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C9BEA-648C-D855-E4E3-950AEF68C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19F41-9626-94ED-825D-A6648FE7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7D47E-4BB8-8FBF-9713-595BDF8183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42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BDE0-76EA-C6F4-3CEF-C934BC42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B58BD-5D98-56E4-D01A-6C0F942BD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E232F-BB52-CB3F-D058-726FB55EB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E1E23-4369-1FEB-F38F-AE8F2154A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22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FD7F-7A5C-2D78-6429-AB0DC8F3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77EF5-7250-1195-CCC9-C9169C808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EA021-500A-1CC2-4B24-E358BAA3F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CE233-5DE5-85FF-AFFA-B1AB0F77C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294894" y="164592"/>
            <a:ext cx="3657600" cy="3657600"/>
          </a:xfrm>
          <a:prstGeom prst="ellipse">
            <a:avLst/>
          </a:prstGeom>
          <a:solidFill>
            <a:srgbClr val="1E2A5E">
              <a:alpha val="60000"/>
            </a:srgbClr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2084832"/>
            <a:ext cx="2743200" cy="2743200"/>
          </a:xfrm>
          <a:prstGeom prst="ellipse">
            <a:avLst/>
          </a:prstGeom>
          <a:solidFill>
            <a:srgbClr val="251A40">
              <a:alpha val="60000"/>
            </a:srgbClr>
          </a:solidFill>
          <a:ln w="12700">
            <a:solidFill>
              <a:srgbClr val="25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Buddy App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029200" cy="27432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Sharada (2577513)  |  Rana Yugal (2577502)  |  Pokhrel Sohan (2577512)  |  Giri Dikshit (2577501)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Ibrahim Musa  |  Dongshin University  |  Dept. of Software Convergence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931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99"/>
                </a:solidFill>
              </a:rPr>
              <a:t>Date</a:t>
            </a:r>
            <a:r>
              <a:rPr lang="en-US" sz="1200" i="1">
                <a:solidFill>
                  <a:srgbClr val="888899"/>
                </a:solidFill>
              </a:rPr>
              <a:t>: April , </a:t>
            </a:r>
            <a:r>
              <a:rPr lang="en-US" sz="1200" i="1" dirty="0">
                <a:solidFill>
                  <a:srgbClr val="888899"/>
                </a:solidFill>
              </a:rPr>
              <a:t>2026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4161EF-9C64-27D7-CFB7-5B622BF66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28" y="576072"/>
            <a:ext cx="3429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61298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612987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313853" cy="292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35947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Why this app is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61298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02920" cy="612987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Introduction &amp; 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35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What the app does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78461"/>
            <a:ext cx="4206240" cy="6854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78459"/>
            <a:ext cx="502920" cy="685461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79222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1872855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Functional Requirements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134127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Core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2030" y="1755648"/>
            <a:ext cx="4149090" cy="7082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54880" y="1760221"/>
            <a:ext cx="502920" cy="71052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1" name="Text 19"/>
          <p:cNvSpPr/>
          <p:nvPr/>
        </p:nvSpPr>
        <p:spPr>
          <a:xfrm>
            <a:off x="4720590" y="17602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879165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UI/UX Requirements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6385" y="21964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Design principles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53267"/>
            <a:ext cx="4206240" cy="66965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37460"/>
            <a:ext cx="502920" cy="6854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47802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262571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Non-Functional Requirements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29058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Performance &amp; privacy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550203"/>
            <a:ext cx="4206240" cy="67271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44550"/>
            <a:ext cx="502920" cy="67837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1" name="Text 29"/>
          <p:cNvSpPr/>
          <p:nvPr/>
        </p:nvSpPr>
        <p:spPr>
          <a:xfrm>
            <a:off x="4749165" y="25294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6385" y="262571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Data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6385" y="29046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Entities &amp;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8605" y="3272709"/>
            <a:ext cx="4206240" cy="6835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8605" y="3271913"/>
            <a:ext cx="502920" cy="690009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62890" y="318193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33191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User Workflow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353379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Step-by-step scenario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3455" y="3272692"/>
            <a:ext cx="4177665" cy="67271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263873"/>
            <a:ext cx="502920" cy="695306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9165" y="313230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66385" y="3314623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66385" y="357033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Roadmap ahead</a:t>
            </a:r>
            <a:endParaRPr lang="en-US" sz="10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BB31C0B4-65DF-F276-A696-7F627FBBE868}"/>
              </a:ext>
            </a:extLst>
          </p:cNvPr>
          <p:cNvSpPr/>
          <p:nvPr/>
        </p:nvSpPr>
        <p:spPr>
          <a:xfrm>
            <a:off x="262890" y="4022804"/>
            <a:ext cx="4206240" cy="6835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66AFBF79-B886-BFC3-7317-DA108BA6F5C4}"/>
              </a:ext>
            </a:extLst>
          </p:cNvPr>
          <p:cNvSpPr/>
          <p:nvPr/>
        </p:nvSpPr>
        <p:spPr>
          <a:xfrm>
            <a:off x="262890" y="4014344"/>
            <a:ext cx="502920" cy="690009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	      09</a:t>
            </a:r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A3571087-A4C8-2857-98A8-C40CFA3D4F94}"/>
              </a:ext>
            </a:extLst>
          </p:cNvPr>
          <p:cNvSpPr/>
          <p:nvPr/>
        </p:nvSpPr>
        <p:spPr>
          <a:xfrm>
            <a:off x="4769167" y="4022804"/>
            <a:ext cx="4206240" cy="6835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33">
            <a:extLst>
              <a:ext uri="{FF2B5EF4-FFF2-40B4-BE49-F238E27FC236}">
                <a16:creationId xmlns:a16="http://schemas.microsoft.com/office/drawing/2014/main" id="{B27E1464-41F6-0FDC-ECFD-AB254A69C10F}"/>
              </a:ext>
            </a:extLst>
          </p:cNvPr>
          <p:cNvSpPr/>
          <p:nvPr/>
        </p:nvSpPr>
        <p:spPr>
          <a:xfrm>
            <a:off x="4775142" y="4021281"/>
            <a:ext cx="502920" cy="690009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	10</a:t>
            </a:r>
          </a:p>
        </p:txBody>
      </p:sp>
      <p:sp>
        <p:nvSpPr>
          <p:cNvPr id="50" name="Text 35">
            <a:extLst>
              <a:ext uri="{FF2B5EF4-FFF2-40B4-BE49-F238E27FC236}">
                <a16:creationId xmlns:a16="http://schemas.microsoft.com/office/drawing/2014/main" id="{3C818D66-912A-FBA8-7E6A-9B530430BE77}"/>
              </a:ext>
            </a:extLst>
          </p:cNvPr>
          <p:cNvSpPr/>
          <p:nvPr/>
        </p:nvSpPr>
        <p:spPr>
          <a:xfrm>
            <a:off x="854262" y="4175533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Requirement Traceability Matrix</a:t>
            </a:r>
          </a:p>
        </p:txBody>
      </p:sp>
      <p:sp>
        <p:nvSpPr>
          <p:cNvPr id="52" name="Text 35">
            <a:extLst>
              <a:ext uri="{FF2B5EF4-FFF2-40B4-BE49-F238E27FC236}">
                <a16:creationId xmlns:a16="http://schemas.microsoft.com/office/drawing/2014/main" id="{F46233F1-73E2-0F18-DE11-53B4DDBBABB9}"/>
              </a:ext>
            </a:extLst>
          </p:cNvPr>
          <p:cNvSpPr/>
          <p:nvPr/>
        </p:nvSpPr>
        <p:spPr>
          <a:xfrm>
            <a:off x="5349240" y="41673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Gantt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164592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Missed Doses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</a:rPr>
              <a:t>Many patients forget to take medications on time, leading to treatment failure or health complications.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023360" cy="164592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No Centralized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842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</a:rPr>
              <a:t>People managing multiple medications lack a single tool to organize schedules and types efficiently.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023360" cy="164592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No Smart Alerts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858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</a:rPr>
              <a:t>Generic calendar/alarm apps don't understand medication schedules or recurring interval-based dosing.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023360" cy="164592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3520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No Adherence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858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</a:rPr>
              <a:t>There is no easy way to monitor past intake patterns or share records with healthcare providers.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</a:rPr>
              <a:t>What is Care Buddy?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Care Buddy a Kotlin-based Android mobile application that helps users: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✔  Manage medication schedules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88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✔  Set smart reminders &amp; alerts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✔  Track intake adherence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✔  Review medication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14800" cy="356616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</a:rPr>
              <a:t>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Platform: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Android (Kotlin)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Target Users: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Patients &amp; caregivers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Med Types: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Tablet, Capsule, Syrup, Drops, Spray, Gel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Schedule: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Daily / Interval-based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Notifications: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Push alerts with ±30s accuracy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114800" cy="3840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💊 Medication Onboarding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Enter Medication 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Select Type (Tablet/Capsule/Syrup/Drops/Spray/Gel)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95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Optional Dose Amount (e.g. '1', '5ml')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114800" cy="38404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Scheduling &amp; Frequency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Select frequency (Daily / Every N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901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Set Duration via calendar (Start–End Date)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295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Add multiple time slots per medication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411480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971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🔔 Notification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Push notifications based on schedule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822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Summary before confirming (e.g. '14 alerts scheduled')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71800"/>
            <a:ext cx="411480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2971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Dashboard &amp;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Home screen: horizontal weekly calendar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822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'Medication Break' state for empty days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2153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</a:rPr>
              <a:t>• History tab for past adherence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UI/UX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Navigation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Bottom navigation bar with Home and History icons for quick access.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Visual Feedback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Active calendar dates highlighted (e.g. April 06 styled distinctly).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♿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89320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9476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High-contrast buttons in dark purple with clear medication type icons.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2860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Responsive Layout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Optimized for various Android screen sizes and resolutions.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92608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0896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10896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Confirmation Summary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'All Done!' summary screen before finalizing each medication entry.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2926080"/>
            <a:ext cx="274320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8932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Intuitive Onboarding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8679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New user can add a medication in under 60 seconds.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Non-Functional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35204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</a:rPr>
              <a:t>&lt; 2s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App loads daily schedule in under 2 seconds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1920240" cy="35204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</a:rPr>
              <a:t>±30s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816352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Notifications trigger within 30 seconds of scheduled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1920240" cy="35204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</a:rPr>
              <a:t>&lt; 60s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816352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New user adds a medication in under 60 seconds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1920240" cy="35204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084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</a:rPr>
              <a:t>GDPR/HIPAA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816352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User data stored securely per health data regulations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Model (Conceptual)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4389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🗂  User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</a:rPr>
              <a:t>UserID    •    Name    •    Settings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114800" cy="43891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🗂  Medication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</a:rPr>
              <a:t>MedID    •    Name    •    Type (Enum)    •    Dosage    •    Frequency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71800"/>
            <a:ext cx="4114800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9718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🗂  Schedule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</a:rPr>
              <a:t>ScheduleID    •    MedID    •    StartDate    •    EndDate    •    AlertTimes[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4114800" cy="43891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718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🗂  Log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</a:rPr>
              <a:t>LogID    •    MedID    •    TakenTime    •    Status (Taken/Missed)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User Workflow (Scenario)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0789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Open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User taps 'Add Medication' on the Home screen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0789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68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Enter Details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Input name (e.g. 'Fever'), select type (Tablet / Capsule / Syrup / Drops / Spray / Gel)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10789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Set Schedule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Choose frequency (e.g. 'Every 2 Days') and duration (Start – End date)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29077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2907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Set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Add specific time slot(s) for the dose (e.g. '10:10 PM')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29077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2907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5468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Review &amp; Confirm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System shows 'All Done!' summary with scheduled alerts; user confirms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E8EA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2907792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907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504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Track Daily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1C2E"/>
                </a:solidFill>
              </a:rPr>
              <a:t>Home screen shows weekly calendar; History tab logs all past intake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78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AI Drug Interaction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Warn users about potential interactions between multiple medications.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078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Doctor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Allow physicians to remotely update prescriptions and track compliance.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078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Visual adherence reports and trends over weeks/months.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860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Wearable Sync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7764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Sync with smartwatches for haptic medication reminders.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88036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0896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0896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Multi-Language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7764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Localization support for non-English speaking users globally.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880360"/>
            <a:ext cx="2743200" cy="169164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</a:rPr>
              <a:t>Cloud Backup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77647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CCDD"/>
                </a:solidFill>
              </a:rPr>
              <a:t>Securely backup and sync medication data across devices.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947D-D3F0-66A8-66B1-65763D5B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41ED32-6A99-5616-4A47-BF57107EA849}"/>
              </a:ext>
            </a:extLst>
          </p:cNvPr>
          <p:cNvSpPr/>
          <p:nvPr/>
        </p:nvSpPr>
        <p:spPr>
          <a:xfrm>
            <a:off x="0" y="-5747"/>
            <a:ext cx="9144000" cy="734167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DA7014-187B-0FEB-5AFD-5E5409EFE4E7}"/>
              </a:ext>
            </a:extLst>
          </p:cNvPr>
          <p:cNvSpPr/>
          <p:nvPr/>
        </p:nvSpPr>
        <p:spPr>
          <a:xfrm>
            <a:off x="365760" y="0"/>
            <a:ext cx="8229600" cy="728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Landing Page</a:t>
            </a:r>
            <a:endParaRPr lang="en-US" sz="3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7FA5423-881C-82A5-9338-586074AA4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4" y="773471"/>
            <a:ext cx="2236542" cy="2033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AF3069-09D9-9C3D-4831-7BEE877B2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7" y="857365"/>
            <a:ext cx="4221635" cy="2120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95D260-2651-3DD8-67A3-559110D41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844322"/>
            <a:ext cx="4399019" cy="2405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8AE430-C639-3E45-B043-E6E1B42B9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37" y="3062044"/>
            <a:ext cx="3606800" cy="2011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D6AA77-7E55-F99C-88B4-BD370247A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096906"/>
            <a:ext cx="4399019" cy="201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D76D-367C-8EEC-CBA3-7731C684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663966-3B35-1F29-5309-06462C371BAA}"/>
              </a:ext>
            </a:extLst>
          </p:cNvPr>
          <p:cNvSpPr/>
          <p:nvPr/>
        </p:nvSpPr>
        <p:spPr>
          <a:xfrm>
            <a:off x="0" y="-5746"/>
            <a:ext cx="9144000" cy="47988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Requirement Traceability Matrix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E6B411-0427-DEA3-592A-BA76F5C8BB16}"/>
              </a:ext>
            </a:extLst>
          </p:cNvPr>
          <p:cNvSpPr/>
          <p:nvPr/>
        </p:nvSpPr>
        <p:spPr>
          <a:xfrm>
            <a:off x="365760" y="0"/>
            <a:ext cx="8229600" cy="728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DBDAE-385D-F5B3-5E8B-900855F57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24" y="474134"/>
            <a:ext cx="8919275" cy="466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5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BE6C-DCB2-9426-9F1E-AAA02F5B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BCC36B-E09C-8BB7-8B49-516CD8D40524}"/>
              </a:ext>
            </a:extLst>
          </p:cNvPr>
          <p:cNvSpPr/>
          <p:nvPr/>
        </p:nvSpPr>
        <p:spPr>
          <a:xfrm>
            <a:off x="0" y="-5746"/>
            <a:ext cx="9144000" cy="47988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Gantt Chart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A2D15E-FADB-C79D-D711-A59B9982FE0C}"/>
              </a:ext>
            </a:extLst>
          </p:cNvPr>
          <p:cNvSpPr/>
          <p:nvPr/>
        </p:nvSpPr>
        <p:spPr>
          <a:xfrm>
            <a:off x="365760" y="0"/>
            <a:ext cx="8229600" cy="728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82364-C022-BD96-439D-AC8006E7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210"/>
            <a:ext cx="9144000" cy="49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5CE5-11DC-B9F2-E738-5FB03C24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0E2CF8-0986-ACB6-310B-EE06F4808D4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8B5A7F-7C60-427D-082D-43F8A02B54DE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Final Result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200543-059A-2404-9959-A41CEE9566C2}"/>
              </a:ext>
            </a:extLst>
          </p:cNvPr>
          <p:cNvSpPr/>
          <p:nvPr/>
        </p:nvSpPr>
        <p:spPr>
          <a:xfrm>
            <a:off x="228600" y="1078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6F6CDB-4A7F-111A-74F0-9D1D440C6CD8}"/>
              </a:ext>
            </a:extLst>
          </p:cNvPr>
          <p:cNvSpPr/>
          <p:nvPr/>
        </p:nvSpPr>
        <p:spPr>
          <a:xfrm>
            <a:off x="22860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2E9823F-EEF4-C4FF-2A87-808E9EE0CA1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1307592"/>
            <a:ext cx="1710889" cy="26826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6DB407-C976-D2AB-298E-0206CCCE965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270332" y="1307592"/>
            <a:ext cx="1789217" cy="26826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63503F-102B-E5FE-7547-663BF091982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464467" y="1307592"/>
            <a:ext cx="1650583" cy="268260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408004-5F58-51F9-32B6-DA1309CF01C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756403" y="1307592"/>
            <a:ext cx="1530348" cy="2682608"/>
          </a:xfrm>
          <a:prstGeom prst="rect">
            <a:avLst/>
          </a:prstGeom>
        </p:spPr>
      </p:pic>
      <p:sp>
        <p:nvSpPr>
          <p:cNvPr id="32" name="Shape 2">
            <a:extLst>
              <a:ext uri="{FF2B5EF4-FFF2-40B4-BE49-F238E27FC236}">
                <a16:creationId xmlns:a16="http://schemas.microsoft.com/office/drawing/2014/main" id="{4168135A-D13B-83C6-2110-BF63B4BE4BBC}"/>
              </a:ext>
            </a:extLst>
          </p:cNvPr>
          <p:cNvSpPr/>
          <p:nvPr/>
        </p:nvSpPr>
        <p:spPr>
          <a:xfrm>
            <a:off x="365760" y="4115479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Home Screen</a:t>
            </a:r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D5D30D08-4DB7-2F02-5BBF-FA344089A489}"/>
              </a:ext>
            </a:extLst>
          </p:cNvPr>
          <p:cNvSpPr/>
          <p:nvPr/>
        </p:nvSpPr>
        <p:spPr>
          <a:xfrm>
            <a:off x="2463265" y="4115479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Add Medication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BC79B9CA-1BBD-7AB4-A4CA-5674536C7212}"/>
              </a:ext>
            </a:extLst>
          </p:cNvPr>
          <p:cNvSpPr/>
          <p:nvPr/>
        </p:nvSpPr>
        <p:spPr>
          <a:xfrm>
            <a:off x="4560770" y="4115479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83BA9EF-036F-0D8C-1136-FBEEB1EC7C26}"/>
              </a:ext>
            </a:extLst>
          </p:cNvPr>
          <p:cNvSpPr/>
          <p:nvPr/>
        </p:nvSpPr>
        <p:spPr>
          <a:xfrm>
            <a:off x="6819902" y="4115479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3513282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0A1F-2D2B-0D92-B48B-70FE6E06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B904DD-6F7A-905F-6730-8C234978974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397C06-9674-123F-AAEC-4A781167D5B8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Final Result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9D3EF3-D4DE-07B2-8C8D-5F44CF503995}"/>
              </a:ext>
            </a:extLst>
          </p:cNvPr>
          <p:cNvSpPr/>
          <p:nvPr/>
        </p:nvSpPr>
        <p:spPr>
          <a:xfrm>
            <a:off x="228600" y="1078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DC2DD5-C37F-310C-0F76-CEED21C33C43}"/>
              </a:ext>
            </a:extLst>
          </p:cNvPr>
          <p:cNvSpPr/>
          <p:nvPr/>
        </p:nvSpPr>
        <p:spPr>
          <a:xfrm>
            <a:off x="22860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1629C-9960-EB13-BCAE-9176879EC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9" y="1078992"/>
            <a:ext cx="2103188" cy="3314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1ADE60-F2A4-CB38-D935-3CAFC8330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783" y="1078992"/>
            <a:ext cx="1946620" cy="3314777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CFEE3239-9D95-70E7-F25B-B5E9AD6DE1EE}"/>
              </a:ext>
            </a:extLst>
          </p:cNvPr>
          <p:cNvSpPr/>
          <p:nvPr/>
        </p:nvSpPr>
        <p:spPr>
          <a:xfrm>
            <a:off x="768717" y="4663567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History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D9141F7-7235-097F-92B4-60EDEE5C350A}"/>
              </a:ext>
            </a:extLst>
          </p:cNvPr>
          <p:cNvSpPr/>
          <p:nvPr/>
        </p:nvSpPr>
        <p:spPr>
          <a:xfrm>
            <a:off x="3778885" y="4663567"/>
            <a:ext cx="1403350" cy="328930"/>
          </a:xfrm>
          <a:prstGeom prst="rect">
            <a:avLst/>
          </a:prstGeom>
          <a:solidFill>
            <a:srgbClr val="1E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Confirmation</a:t>
            </a:r>
          </a:p>
        </p:txBody>
      </p:sp>
    </p:spTree>
    <p:extLst>
      <p:ext uri="{BB962C8B-B14F-4D97-AF65-F5344CB8AC3E}">
        <p14:creationId xmlns:p14="http://schemas.microsoft.com/office/powerpoint/2010/main" val="3430213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1460" y="118872"/>
            <a:ext cx="4572000" cy="4572000"/>
          </a:xfrm>
          <a:prstGeom prst="ellipse">
            <a:avLst/>
          </a:prstGeom>
          <a:solidFill>
            <a:srgbClr val="1E2A5E">
              <a:alpha val="70000"/>
            </a:srgbClr>
          </a:solidFill>
          <a:ln w="12700">
            <a:solidFill>
              <a:srgbClr val="1E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03420" y="530352"/>
            <a:ext cx="4572000" cy="4572000"/>
          </a:xfrm>
          <a:prstGeom prst="ellipse">
            <a:avLst/>
          </a:prstGeom>
          <a:solidFill>
            <a:srgbClr val="251A40">
              <a:alpha val="70000"/>
            </a:srgbClr>
          </a:solidFill>
          <a:ln w="12700">
            <a:solidFill>
              <a:srgbClr val="251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CD4"/>
                </a:solidFill>
              </a:rPr>
              <a:t>Care Buddy</a:t>
            </a:r>
            <a:r>
              <a:rPr lang="en-US" sz="1800" dirty="0">
                <a:solidFill>
                  <a:srgbClr val="00BCD4"/>
                </a:solidFill>
              </a:rPr>
              <a:t> 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2377440"/>
            <a:ext cx="3657600" cy="27432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606040"/>
            <a:ext cx="3657600" cy="420624"/>
          </a:xfrm>
          <a:prstGeom prst="rect">
            <a:avLst/>
          </a:prstGeom>
          <a:solidFill>
            <a:srgbClr val="1E2A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Pun Sharada (2577513)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606040"/>
            <a:ext cx="3657600" cy="420624"/>
          </a:xfrm>
          <a:prstGeom prst="rect">
            <a:avLst/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6060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Rana Yugal (2577502)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3657600" cy="420624"/>
          </a:xfrm>
          <a:prstGeom prst="rect">
            <a:avLst/>
          </a:prstGeom>
          <a:solidFill>
            <a:srgbClr val="1E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08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Pokhrel Sohan (2577512)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108960"/>
            <a:ext cx="3657600" cy="420624"/>
          </a:xfrm>
          <a:prstGeom prst="rect">
            <a:avLst/>
          </a:prstGeom>
          <a:solidFill>
            <a:srgbClr val="1E2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108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Giri Dikshit (2577501)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88AA"/>
                </a:solidFill>
              </a:rPr>
              <a:t>Prof. Ibrahim Musa  |  Dongshin University  |  Dept. of Software Convergence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846</Words>
  <Application>Microsoft Office PowerPoint</Application>
  <PresentationFormat>On-screen Show (16:9)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DOSE - Medication Tracker App</dc:title>
  <dc:subject>PptxGenJS Presentation</dc:subject>
  <dc:creator>PptxGenJS</dc:creator>
  <cp:lastModifiedBy>yugal rana</cp:lastModifiedBy>
  <cp:revision>2</cp:revision>
  <dcterms:created xsi:type="dcterms:W3CDTF">2026-05-07T13:58:33Z</dcterms:created>
  <dcterms:modified xsi:type="dcterms:W3CDTF">2026-05-15T00:26:41Z</dcterms:modified>
</cp:coreProperties>
</file>